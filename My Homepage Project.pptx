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63edc340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63edc340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63edc3404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63edc3404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63edc3404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63edc3404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63edc3404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63edc3404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63edc3404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63edc3404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Homepage Project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Muchen Qi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Intro paragraph with a profile picture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Education section using Bootstrap grid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Interests section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Birdhouse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Intro paragraph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Bootstrap cards demonstrating some common backyard birds in Northeastern 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Original JavaScript functionality that distributes bird facts when prompted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Page designed by generative AI (ChatGPT-5)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Simple front-end design, no back-end implemented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Unfamiliarity with HTML/CSS grammar, especially with the grid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First attempt at an original JavaScript functionality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Coming up with good design choices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Dealing with different facets of the project (validating, licensing, </a:t>
            </a:r>
            <a:r>
              <a:rPr lang="en"/>
              <a:t>deployment</a:t>
            </a:r>
            <a:r>
              <a:rPr lang="en"/>
              <a:t>, presentation, etc.)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Add more content to the website, including past experiences, projects, etc.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Explore the implementation of a back-end to actually make the contact page 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Add JavaScript gadgets that offer more interactivity to the site and improve user experience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